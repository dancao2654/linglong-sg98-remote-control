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4caf882d4847f6" /><Relationship Type="http://schemas.openxmlformats.org/officeDocument/2006/relationships/extended-properties" Target="/docProps/app.xml" Id="R1290b384b1d34a1a" /><Relationship Type="http://schemas.openxmlformats.org/officeDocument/2006/relationships/officeDocument" Target="/ppt/presentation.xml" Id="Rb375f72c86f646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8ae1b4d5ea4bb4"/>
  </p:sldMasterIdLst>
  <p:notesMasterIdLst>
    <p:notesMasterId xmlns:r="http://schemas.openxmlformats.org/officeDocument/2006/relationships" r:id="R9ab29741b187479a"/>
  </p:notesMasterIdLst>
  <p:sldIdLst>
    <p:sldId xmlns:r="http://schemas.openxmlformats.org/officeDocument/2006/relationships" id="256" r:id="Rea825f1311bf4645"/>
    <p:sldId xmlns:r="http://schemas.openxmlformats.org/officeDocument/2006/relationships" id="257" r:id="R837be28f5bc44c8f"/>
    <p:sldId xmlns:r="http://schemas.openxmlformats.org/officeDocument/2006/relationships" id="258" r:id="Recf60347552748a6"/>
    <p:sldId xmlns:r="http://schemas.openxmlformats.org/officeDocument/2006/relationships" id="259" r:id="R843a98af3e874966"/>
    <p:sldId xmlns:r="http://schemas.openxmlformats.org/officeDocument/2006/relationships" id="260" r:id="Rdbea6f455c324fb7"/>
    <p:sldId xmlns:r="http://schemas.openxmlformats.org/officeDocument/2006/relationships" id="261" r:id="R725bf1a629ea46d7"/>
    <p:sldId xmlns:r="http://schemas.openxmlformats.org/officeDocument/2006/relationships" id="262" r:id="R33103f449649464e"/>
    <p:sldId xmlns:r="http://schemas.openxmlformats.org/officeDocument/2006/relationships" id="263" r:id="R67e4c0c075654dc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8ae1b4d5ea4bb4" /><Relationship Type="http://schemas.openxmlformats.org/officeDocument/2006/relationships/theme" Target="/ppt/theme/theme1.xml" Id="Rb5ce0e685918404b" /><Relationship Type="http://schemas.openxmlformats.org/officeDocument/2006/relationships/notesMaster" Target="/ppt/notesMasters/notesMaster1.xml" Id="R9ab29741b187479a" /><Relationship Type="http://schemas.openxmlformats.org/officeDocument/2006/relationships/presProps" Target="/ppt/presProps.xml" Id="R74df31e6a0dc4911" /><Relationship Type="http://schemas.openxmlformats.org/officeDocument/2006/relationships/viewProps" Target="/ppt/viewProps.xml" Id="Rbdfc3b0133c34ffa" /><Relationship Type="http://schemas.openxmlformats.org/officeDocument/2006/relationships/tableStyles" Target="/ppt/tableStyles.xml" Id="Rac2f0cd26fb54701" /><Relationship Type="http://schemas.openxmlformats.org/officeDocument/2006/relationships/slide" Target="/ppt/slides/slide1.xml" Id="Rea825f1311bf4645" /><Relationship Type="http://schemas.openxmlformats.org/officeDocument/2006/relationships/slide" Target="/ppt/slides/slide2.xml" Id="R837be28f5bc44c8f" /><Relationship Type="http://schemas.openxmlformats.org/officeDocument/2006/relationships/slide" Target="/ppt/slides/slide3.xml" Id="Recf60347552748a6" /><Relationship Type="http://schemas.openxmlformats.org/officeDocument/2006/relationships/slide" Target="/ppt/slides/slide4.xml" Id="R843a98af3e874966" /><Relationship Type="http://schemas.openxmlformats.org/officeDocument/2006/relationships/slide" Target="/ppt/slides/slide5.xml" Id="Rdbea6f455c324fb7" /><Relationship Type="http://schemas.openxmlformats.org/officeDocument/2006/relationships/slide" Target="/ppt/slides/slide6.xml" Id="R725bf1a629ea46d7" /><Relationship Type="http://schemas.openxmlformats.org/officeDocument/2006/relationships/slide" Target="/ppt/slides/slide7.xml" Id="R33103f449649464e" /><Relationship Type="http://schemas.openxmlformats.org/officeDocument/2006/relationships/slide" Target="/ppt/slides/slide8.xml" Id="R67e4c0c075654d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4a1d2d4925346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4f458c82ee4f46" /><Relationship Type="http://schemas.openxmlformats.org/officeDocument/2006/relationships/notesMaster" Target="/ppt/notesMasters/notesMaster1.xml" Id="R51b177325b7942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9541694c9b4ad9" /><Relationship Type="http://schemas.openxmlformats.org/officeDocument/2006/relationships/notesMaster" Target="/ppt/notesMasters/notesMaster1.xml" Id="R5e4382abbbff4e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0845e01660456b" /><Relationship Type="http://schemas.openxmlformats.org/officeDocument/2006/relationships/notesMaster" Target="/ppt/notesMasters/notesMaster1.xml" Id="Rebb3c8d7e17743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241b98e5a349a9" /><Relationship Type="http://schemas.openxmlformats.org/officeDocument/2006/relationships/notesMaster" Target="/ppt/notesMasters/notesMaster1.xml" Id="R47f3fe6252784e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3f34a8baf5473c" /><Relationship Type="http://schemas.openxmlformats.org/officeDocument/2006/relationships/notesMaster" Target="/ppt/notesMasters/notesMaster1.xml" Id="Rff497b0dfee14a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fe5a7a252743bf" /><Relationship Type="http://schemas.openxmlformats.org/officeDocument/2006/relationships/notesMaster" Target="/ppt/notesMasters/notesMaster1.xml" Id="Rfea60114233e42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0bdd96556f45a2" /><Relationship Type="http://schemas.openxmlformats.org/officeDocument/2006/relationships/notesMaster" Target="/ppt/notesMasters/notesMaster1.xml" Id="R76b2619446d4474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599f1a6ef84d33" /><Relationship Type="http://schemas.openxmlformats.org/officeDocument/2006/relationships/notesMaster" Target="/ppt/notesMasters/notesMaster1.xml" Id="R0412bbade93748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big idea: this architecture keeps shared behavior in motor_hal and drive-specific behavior inside the backend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Documentation/New-Motor-Backend-Guide.md</a:t>
            </a:r>
          </a:p>
          <a:p xmlns:a="http://schemas.openxmlformats.org/drawingml/2006/main">
            <a:r>
              <a:t>- src/motor_backend.h</a:t>
            </a:r>
          </a:p>
          <a:p xmlns:a="http://schemas.openxmlformats.org/drawingml/2006/main">
            <a:r>
              <a:t>- src/motor_hal.h and src/motor_hal.cpp</a:t>
            </a:r>
          </a:p>
          <a:p xmlns:a="http://schemas.openxmlformats.org/drawingml/2006/main">
            <a:r>
              <a:t>- src/RT/motorcontrol_rt.h and src/RT/motorcontrol_rt.cpp</a:t>
            </a:r>
          </a:p>
          <a:p xmlns:a="http://schemas.openxmlformats.org/drawingml/2006/main">
            <a:r>
              <a:t>- src/JMC/motorcontrol_jmc.h and src/JMC/motorcontrol_jmc.cpp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a new motor should usually not require UI changes. The shared layer already knows how to surface common commands.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src/motor_backend.h</a:t>
            </a:r>
          </a:p>
          <a:p xmlns:a="http://schemas.openxmlformats.org/drawingml/2006/main">
            <a:r>
              <a:t>- src/motor_hal.h and src/motor_hal.cpp</a:t>
            </a:r>
          </a:p>
          <a:p xmlns:a="http://schemas.openxmlformats.org/drawingml/2006/main">
            <a:r>
              <a:t>- src/RT/motorcontrol_rt.h and src/RT/motorcontrol_rt.cpp</a:t>
            </a:r>
          </a:p>
          <a:p xmlns:a="http://schemas.openxmlformats.org/drawingml/2006/main">
            <a:r>
              <a:t>- src/JMC/motorcontrol_jmc.h and src/JMC/motorcontrol_jmc.cpp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If one of these facts is missing, pause and get it from the manual before editing the firmware.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Documentation/New-Motor-Backend-Guide.md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safest point to build early and often: after file creation, after DriveType, and after descriptor registration.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src/motor_hal.h and src/motor_hal.cpp</a:t>
            </a:r>
          </a:p>
          <a:p xmlns:a="http://schemas.openxmlformats.org/drawingml/2006/main">
            <a:r>
              <a:t>- src/RT/motorcontrol_rt.h and src/RT/motorcontrol_rt.cpp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highest-risk part of a new backend. Keep the probe specific, repeatable, and safe on a live grinder bus.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src/motor_probe.h and src/motor_probe.cpp</a:t>
            </a:r>
          </a:p>
          <a:p xmlns:a="http://schemas.openxmlformats.org/drawingml/2006/main">
            <a:r>
              <a:t>- src/JMC/motorcontrol_jmc.h and src/JMC/motorcontrol_jmc.cpp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out that reset can be nullptr when unsupported, just like RT today.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src/motor_backend.h</a:t>
            </a:r>
          </a:p>
          <a:p xmlns:a="http://schemas.openxmlformats.org/drawingml/2006/main">
            <a:r>
              <a:t>- src/motor_hal.h and src/motor_hal.cpp</a:t>
            </a:r>
          </a:p>
          <a:p xmlns:a="http://schemas.openxmlformats.org/drawingml/2006/main">
            <a:r>
              <a:t>- src/comm.h and src/comm.cpp</a:t>
            </a:r>
          </a:p>
          <a:p xmlns:a="http://schemas.openxmlformats.org/drawingml/2006/main">
            <a:r>
              <a:t>- src/RT/motorcontrol_rt.h and src/RT/motorcontrol_rt.cpp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backend is not done when it compiles. It is done when the control path, readback path, and recovery path all hold up on hardware.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Documentation/New-Motor-Backend-Guide.md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reinforcing the main architectural rule: shared layer generic, backend specific.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Documentation/New-Motor-Backend-Guide.md</a:t>
            </a:r>
          </a:p>
          <a:p xmlns:a="http://schemas.openxmlformats.org/drawingml/2006/main">
            <a:r>
              <a:t>- src/motor_backend.h</a:t>
            </a:r>
          </a:p>
          <a:p xmlns:a="http://schemas.openxmlformats.org/drawingml/2006/main">
            <a:r>
              <a:t>- src/motor_hal.h and src/motor_hal.cpp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e7a5e0b628472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14D8986A-34FF-409C-89B3-88C8A4493162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9A5B63D2-CC22-4456-ACCB-1890B8BB9D40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CF933CA-5E75-4133-8DEE-3EA6BF90BB31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04C32D1-13CE-449F-A62F-526F1AF39EB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247A58-20EA-404D-8BE2-33BB7074817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b77fefba7d94e27" /><Relationship Type="http://schemas.openxmlformats.org/officeDocument/2006/relationships/slideLayout" Target="/ppt/slideLayouts/slideLayout2.xml" Id="R3c54dfb26acb4f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CB45EAA-F46B-4D13-9E86-0873D5BE3333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54dfb26acb4f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afc3670ffc4e79" /><Relationship Type="http://schemas.openxmlformats.org/officeDocument/2006/relationships/image" Target="/ppt/media/image.png" Id="R08c4ed123a5e415b" /><Relationship Type="http://schemas.openxmlformats.org/officeDocument/2006/relationships/notesSlide" Target="/ppt/notesSlides/notesSlide1.xml" Id="R3dc0ff54c2d24d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068a9ea45849a5" /><Relationship Type="http://schemas.openxmlformats.org/officeDocument/2006/relationships/image" Target="/ppt/media/image2.png" Id="R54042c173bd443f4" /><Relationship Type="http://schemas.openxmlformats.org/officeDocument/2006/relationships/notesSlide" Target="/ppt/notesSlides/notesSlide2.xml" Id="R467bc1273fbc4e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b93e3a75d248c0" /><Relationship Type="http://schemas.openxmlformats.org/officeDocument/2006/relationships/image" Target="/ppt/media/image3.png" Id="Rcb784256fba84490" /><Relationship Type="http://schemas.openxmlformats.org/officeDocument/2006/relationships/notesSlide" Target="/ppt/notesSlides/notesSlide3.xml" Id="R6383134ae7dc41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2801399100490e" /><Relationship Type="http://schemas.openxmlformats.org/officeDocument/2006/relationships/image" Target="/ppt/media/image4.png" Id="R93960c44643a4d33" /><Relationship Type="http://schemas.openxmlformats.org/officeDocument/2006/relationships/notesSlide" Target="/ppt/notesSlides/notesSlide4.xml" Id="Rda176fc7c10749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f3fbc8cf2c4de3" /><Relationship Type="http://schemas.openxmlformats.org/officeDocument/2006/relationships/image" Target="/ppt/media/image5.png" Id="R71597fdc45584e16" /><Relationship Type="http://schemas.openxmlformats.org/officeDocument/2006/relationships/notesSlide" Target="/ppt/notesSlides/notesSlide5.xml" Id="R8471b897cfda4b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9d55d2ed704cbe" /><Relationship Type="http://schemas.openxmlformats.org/officeDocument/2006/relationships/image" Target="/ppt/media/image6.png" Id="R9c03d2329b1141ad" /><Relationship Type="http://schemas.openxmlformats.org/officeDocument/2006/relationships/notesSlide" Target="/ppt/notesSlides/notesSlide6.xml" Id="R35fbd19597dd45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cbc0d5f9524087" /><Relationship Type="http://schemas.openxmlformats.org/officeDocument/2006/relationships/image" Target="/ppt/media/image7.png" Id="R83bd3113a5594cd0" /><Relationship Type="http://schemas.openxmlformats.org/officeDocument/2006/relationships/notesSlide" Target="/ppt/notesSlides/notesSlide7.xml" Id="R813d518ba9314c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b23fb992964b71" /><Relationship Type="http://schemas.openxmlformats.org/officeDocument/2006/relationships/image" Target="/ppt/media/image8.png" Id="R7b5b3f0206a14bc3" /><Relationship Type="http://schemas.openxmlformats.org/officeDocument/2006/relationships/notesSlide" Target="/ppt/notesSlides/notesSlide8.xml" Id="R1b2b77d73d1e45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247A58-20EA-404D-8BE2-33BB707481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c4ed123a5e415b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CAC79F-4C64-49C4-BD45-2D3CD604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-12192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7465AC-467F-4E02-99D8-9E381A13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143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3D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50542C-C29D-4A90-B399-DF19BC05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10100"/>
            <a:ext cx="17907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>
              <a:alpha val="61961"/>
            </a:srgbClr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C80400-40C0-4BA9-AA9A-2E4F4EAD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478585-021A-4349-BE2B-6EB6AF08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80BB67-83DD-40C5-BD0D-094544D5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8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E8C"/>
                </a:solidFill>
              </a:defRPr>
            </a:pPr>
            <a:r>
              <a:rPr sz="975" b="1">
                <a:solidFill>
                  <a:srgbClr val="173E8C"/>
                </a:solidFill>
              </a:rPr>
              <a:t>LINGLONG SG98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81DB5A-8972-4D9E-BAD1-FF751986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74771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214"/>
                </a:solidFill>
              </a:defRPr>
            </a:pPr>
            <a:r>
              <a:rPr sz="3600" b="1">
                <a:solidFill>
                  <a:srgbClr val="101214"/>
                </a:solidFill>
              </a:rPr>
              <a:t>How To Add A New Motor Backend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21D5FC-5ACF-4435-91C8-E554696D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581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0363A"/>
                </a:solidFill>
              </a:defRPr>
            </a:pPr>
            <a:r>
              <a:rPr sz="1500" b="0">
                <a:solidFill>
                  <a:srgbClr val="30363A"/>
                </a:solidFill>
              </a:rPr>
              <a:t>A simple, low-risk guide for bringing a new RS-485 motor family into the shared motor architecture.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A830D0-569E-4F3B-880F-C7AE81E9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79AC0A-7F87-48F0-8A11-3BE9244D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214"/>
                </a:solidFill>
              </a:defRPr>
            </a:pPr>
            <a:r>
              <a:rPr sz="1725" b="1">
                <a:solidFill>
                  <a:srgbClr val="101214"/>
                </a:solidFill>
              </a:rPr>
              <a:t>Copy RT, make probe safe, register once.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C09D3A-49F3-45D7-8878-14053A64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8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Source guide: Documentation/New-Motor-Backend-Guide.md</a:t>
            </a:r>
          </a:p>
        </p:txBody>
      </p:sp>
    </p:spTree>
    <p:extLst>
      <p:ext uri="{BB962C8B-B14F-4D97-AF65-F5344CB8AC3E}">
        <p14:creationId xmlns:p14="http://schemas.microsoft.com/office/powerpoint/2010/main" val="4858302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247A58-20EA-404D-8BE2-33BB707481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042c173bd443f4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705388-1E81-4FF2-9C3C-135008D5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-12192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1B4247-5A79-417A-B436-B7C56CA6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143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3D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8EC08B-25D4-466D-9A98-61095B31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10100"/>
            <a:ext cx="17907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>
              <a:alpha val="61961"/>
            </a:srgbClr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E42C03-D738-4D4C-BCCD-0F464EC3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4D4257-D08C-4205-BD8F-0DA48514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E8C"/>
                </a:solidFill>
              </a:defRPr>
            </a:pPr>
            <a:r>
              <a:rPr sz="975" b="1">
                <a:solidFill>
                  <a:srgbClr val="173E8C"/>
                </a:solidFill>
              </a:rPr>
              <a:t>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B4A2D4-A4EF-4371-BEE0-5543F2F4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3E8C"/>
                </a:solidFill>
              </a:defRPr>
            </a:pPr>
            <a:r>
              <a:rPr sz="975" b="1">
                <a:solidFill>
                  <a:srgbClr val="173E8C"/>
                </a:solidFill>
              </a:rPr>
              <a:t>02 / 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7EFC26-56AB-44CD-9B15-EF7B41A7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354582-74C6-42F8-ABD6-4502D3F8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AB4581-4CD1-4522-989A-9D08CE96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Know The Split Before You Edit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514CD9-8923-4AE1-B5CF-2C74284C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 shared layer picks the drive and exposes common controls. The backend owns every motor-specific detail.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33CBF8-8DF5-43EB-A112-E014B972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33845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95477D-5924-477D-8C10-255A3DB2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762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2EB28C-E4FA-42F7-819A-B38CF081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9CDF63-E8F4-47C1-876F-14944904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005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1648E5-AC80-4BE8-8718-D2D41404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243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05B92F-1D65-46EB-BAB8-AB928DD9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576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320916-5E56-4E11-B672-C63911DF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E8C"/>
                </a:solidFill>
              </a:defRPr>
            </a:pPr>
            <a:r>
              <a:rPr sz="1125" b="1">
                <a:solidFill>
                  <a:srgbClr val="173E8C"/>
                </a:solidFill>
              </a:rPr>
              <a:t>Shared layer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9BE035-C152-40D7-AED0-643C5983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14850"/>
            <a:ext cx="2927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src/motor_hal.* owns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DriveType, command tables,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motor descriptors, and AUTO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detect selection.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90941B-5BF5-4F68-9496-E42C6DBD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95700"/>
            <a:ext cx="33845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E32716-1809-464B-994D-21CBB6F4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95700"/>
            <a:ext cx="762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CA91EE-B3F6-4FB7-A974-59DC882F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A61F35-905D-425E-954C-527E80F9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095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64B4D7-B133-4809-B87A-7C927E2D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181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FF587E-40E8-4BAA-A7FF-2265717F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624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1B06B1-C3F9-4678-A703-382D3201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E8C"/>
                </a:solidFill>
              </a:defRPr>
            </a:pPr>
            <a:r>
              <a:rPr sz="1125" b="1">
                <a:solidFill>
                  <a:srgbClr val="173E8C"/>
                </a:solidFill>
              </a:rPr>
              <a:t>Backend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31B75A-4444-496D-A62E-822164EF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514850"/>
            <a:ext cx="2927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Each family implements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probe, init, tick, off,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calibrate, sleep, and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optional reset in its own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motorcontrol_*.cpp.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B694C1-1450-4EDC-9511-0099DEFB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95700"/>
            <a:ext cx="33845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D77A5B-4BA5-4136-A8F9-B608B658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95700"/>
            <a:ext cx="762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FFB5DA-6C08-47EB-8020-8E3B9788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DCAC4F-61A8-4E2B-8CBD-A5EEFAC3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671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6EEA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35C54B-F33D-49C0-B541-3E180587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1529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5F6707-FDE9-47F7-9629-B8FB8A82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386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6B57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65CC8C-B92A-4BB3-BA63-440C1622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E8C"/>
                </a:solidFill>
              </a:defRPr>
            </a:pPr>
            <a:r>
              <a:rPr sz="1125" b="1">
                <a:solidFill>
                  <a:srgbClr val="173E8C"/>
                </a:solidFill>
              </a:rPr>
              <a:t>Starting point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C2178C-235E-42AA-83CC-90D67B18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514850"/>
            <a:ext cx="2927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Use RT for a straightforward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register drive. Use JMC when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you need multi-baud probing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or a more stateful protocol.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DD9833-9409-4AF0-9588-980FA232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8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Key files: src/motor_backend.h, src/motor_hal.h, src/motor_hal.cpp</a:t>
            </a:r>
          </a:p>
        </p:txBody>
      </p:sp>
    </p:spTree>
    <p:extLst>
      <p:ext uri="{BB962C8B-B14F-4D97-AF65-F5344CB8AC3E}">
        <p14:creationId xmlns:p14="http://schemas.microsoft.com/office/powerpoint/2010/main" val="380271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247A58-20EA-404D-8BE2-33BB707481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784256fba84490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5DB4E7-45E6-4457-9DCF-96C6C6E3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-12192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6E3E7E-3139-4FB8-9BDD-21B007C3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143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3D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74A4EC-5207-4DD0-8D1C-1D42F503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10100"/>
            <a:ext cx="17907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>
              <a:alpha val="61961"/>
            </a:srgbClr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08809A-D70C-4FA5-8766-9F45F942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8B287-A2E9-4C85-9AD2-DFC49A22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E8C"/>
                </a:solidFill>
              </a:defRPr>
            </a:pPr>
            <a:r>
              <a:rPr sz="975" b="1">
                <a:solidFill>
                  <a:srgbClr val="173E8C"/>
                </a:solidFill>
              </a:rPr>
              <a:t>PREP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F0E426-C28E-4512-8A21-E44065C6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3E8C"/>
                </a:solidFill>
              </a:defRPr>
            </a:pPr>
            <a:r>
              <a:rPr sz="975" b="1">
                <a:solidFill>
                  <a:srgbClr val="173E8C"/>
                </a:solidFill>
              </a:rPr>
              <a:t>03 / 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507BB2-CD88-4DA9-ABA3-15D476FA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9C885D-8416-4DF3-BA24-E642B32C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92C73D-67BB-4033-9496-C907C675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Collect The Manual Facts First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71AC6D-89DE-4580-91A5-A6138C13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Do not start coding until you know the safe registers and the bus rules.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63BC49-ADCB-46B5-A670-3A5B3C48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33845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E5142B-03C2-4988-8072-D3880BA9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762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82392F-22B9-4D81-B7AF-9DADE6DC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C57923-C7C0-47CA-A5A9-AFEDD2B7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005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4C7182-2914-4D5E-9A43-AA3EDCA9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243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DCA893-6E5A-4F56-A4C7-DE10F412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576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118C33-6B7F-45BC-B2E9-1EEDFB8A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E8C"/>
                </a:solidFill>
              </a:defRPr>
            </a:pPr>
            <a:r>
              <a:rPr sz="1125" b="1">
                <a:solidFill>
                  <a:srgbClr val="173E8C"/>
                </a:solidFill>
              </a:rPr>
              <a:t>Bus settings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44DAD3-4960-44E2-9E57-01028DF6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14850"/>
            <a:ext cx="2927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Baud, parity, stop bits,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slave ID, and whether the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drive boots with a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predictable default profile.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884ED1-9502-4BFD-8EAF-B82E4ED0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95700"/>
            <a:ext cx="33845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C4695D-5FAF-49AB-81CC-FC7D16F7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95700"/>
            <a:ext cx="762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276B3A-D224-4280-B033-DB081B53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7B2837-2176-40EE-9DC9-1B45BAD7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095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69352F-66DA-4D05-931F-04D43000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181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AEC062-C239-4B08-844A-ADB80F14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624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E24327-09FA-48D8-AE46-A38EE66D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E8C"/>
                </a:solidFill>
              </a:defRPr>
            </a:pPr>
            <a:r>
              <a:rPr sz="1125" b="1">
                <a:solidFill>
                  <a:srgbClr val="173E8C"/>
                </a:solidFill>
              </a:rPr>
              <a:t>Control path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203231-1B0C-4B3E-98FC-B9F593B1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514850"/>
            <a:ext cx="2927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Run, stop, direction,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torque, RPM, save, reset,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and which writes are safe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during bring-up.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77514B-4057-4205-8745-0AF4BD06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95700"/>
            <a:ext cx="33845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A574ED-708F-499F-80EF-15B4557A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95700"/>
            <a:ext cx="762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73E6A4-03FC-4B5D-9065-DEA90BA9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8F583D-1FEA-4AC9-A633-6F1A6536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671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6EEA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A53E54-3BD7-4225-8DA8-0D1E4CA8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1529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50B20C-C32F-41DD-AFC1-6439F360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386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6B57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553D68-25B8-4556-990E-35E46609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E8C"/>
                </a:solidFill>
              </a:defRPr>
            </a:pPr>
            <a:r>
              <a:rPr sz="1125" b="1">
                <a:solidFill>
                  <a:srgbClr val="173E8C"/>
                </a:solidFill>
              </a:rPr>
              <a:t>Telemetry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02E3B2-017D-41ED-9167-511DA546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514850"/>
            <a:ext cx="2927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A read-only status block,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actual RPM, actual torque or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load, and the fault register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you can trust.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9ACFE4-9EE9-4077-A296-D33D74B2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8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Bring-up inputs: bus defaults, safe probe reads, run/stop path, RPM, torque, fault</a:t>
            </a:r>
          </a:p>
        </p:txBody>
      </p:sp>
    </p:spTree>
    <p:extLst>
      <p:ext uri="{BB962C8B-B14F-4D97-AF65-F5344CB8AC3E}">
        <p14:creationId xmlns:p14="http://schemas.microsoft.com/office/powerpoint/2010/main" val="279055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247A58-20EA-404D-8BE2-33BB707481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960c44643a4d33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B7ABE1-B558-46FD-B6E4-F113FA7C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-12192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0E185D-9CAB-4089-9768-2EFB70E4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143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3D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F34BF0-22F9-4B26-8C68-E96D1935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10100"/>
            <a:ext cx="17907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>
              <a:alpha val="61961"/>
            </a:srgbClr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4DF174-3DDB-46B9-9268-BA812781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3D0954-9549-42CB-95B1-02AC151B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E8C"/>
                </a:solidFill>
              </a:defRPr>
            </a:pPr>
            <a:r>
              <a:rPr sz="975" b="1">
                <a:solidFill>
                  <a:srgbClr val="173E8C"/>
                </a:solidFill>
              </a:rPr>
              <a:t>STEP 1-3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8BFDB2-BE5F-40C9-923A-EC5B1131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3E8C"/>
                </a:solidFill>
              </a:defRPr>
            </a:pPr>
            <a:r>
              <a:rPr sz="975" b="1">
                <a:solidFill>
                  <a:srgbClr val="173E8C"/>
                </a:solidFill>
              </a:rPr>
              <a:t>04 / 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D97F14-88F7-4664-BDD9-C1191FD4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BF8626-CBB4-41C6-8E81-41536DCF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782C30-BA7F-473F-8CCA-ED150897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Create The Backend And Register 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755CD0-B9E8-46B2-A841-830E3977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Most bring-up work is wiring the new family into the shared tables cleanly.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A42DB9-E1FC-4CDE-846B-0A409CA2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33845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EA2774-508A-43CD-A28E-F6C4A6F2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762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4894CB-2B91-4FF3-8B5D-4CFBD770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885317-4A71-4310-871D-E0939E44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005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D7E829-6851-4DDA-9882-ADA3967D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243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7C7C86-572D-4D6D-BF95-70F67269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576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FEBA5A-E8EB-44A9-AC24-7BB8F494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E8C"/>
                </a:solidFill>
              </a:defRPr>
            </a:pPr>
            <a:r>
              <a:rPr sz="1125" b="1">
                <a:solidFill>
                  <a:srgbClr val="173E8C"/>
                </a:solidFill>
              </a:rPr>
              <a:t>Create files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14B36B-529E-43C6-8DF0-C8F2556D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14850"/>
            <a:ext cx="2927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Copy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src/RT/motorcontrol_rt.h/.cpp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into src/FOO/, rename the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symbols, and keep drive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logic inside those files.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308D2D-C114-4BD6-AF9E-3377ACCC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95700"/>
            <a:ext cx="33845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C47401-CF5E-46E5-AFC0-C41DDE4B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95700"/>
            <a:ext cx="762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E61C56-1BB4-4790-A9C1-692BA9CE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821D38-BCAE-48BC-B094-B661A4B9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095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4EDE3B-BC2B-47B6-A948-5FB64C1D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181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2D6FED-B652-4C0F-BDDC-C306473D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624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1ABEE1-FD52-47BB-AD90-AD861DAC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E8C"/>
                </a:solidFill>
              </a:defRPr>
            </a:pPr>
            <a:r>
              <a:rPr sz="1125" b="1">
                <a:solidFill>
                  <a:srgbClr val="173E8C"/>
                </a:solidFill>
              </a:rPr>
              <a:t>Add type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2F691F-912A-4C9A-B0A9-D9FE995F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514850"/>
            <a:ext cx="2927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Extend DriveType in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src/motor_hal.h and add only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the MotorProbeReport fields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you need.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AEDE1E-538D-4C5B-A6A3-3264EE28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95700"/>
            <a:ext cx="33845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4D2167-277C-433C-9BBE-2AAE5129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95700"/>
            <a:ext cx="762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ED0CFD-6A2E-4A7B-AA10-77293DBE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9E1A1B-3446-4091-BD44-8664C29E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671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6EEA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FCDC29-C4E1-41BC-B5EE-8946306B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1529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431D01-0FBF-42E1-BB9B-B07A2787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386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6B57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9962C8-AAA7-4655-9D64-B1069A88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E8C"/>
                </a:solidFill>
              </a:defRPr>
            </a:pPr>
            <a:r>
              <a:rPr sz="1125" b="1">
                <a:solidFill>
                  <a:srgbClr val="173E8C"/>
                </a:solidFill>
              </a:rPr>
              <a:t>Register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8E20F6-50F8-403F-A161-6F6E6F07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514850"/>
            <a:ext cx="2927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Include the new header in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src/motor_hal.cpp, add a FOO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command table, then add a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MotorDescriptor entry.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16C58FE-0F82-42F1-A351-57792A80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8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Edit: src/FOO/motorcontrol_foo.h/.cpp and src/motor_hal.h/.cpp</a:t>
            </a:r>
          </a:p>
        </p:txBody>
      </p:sp>
    </p:spTree>
    <p:extLst>
      <p:ext uri="{BB962C8B-B14F-4D97-AF65-F5344CB8AC3E}">
        <p14:creationId xmlns:p14="http://schemas.microsoft.com/office/powerpoint/2010/main" val="11419454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247A58-20EA-404D-8BE2-33BB707481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597fdc45584e16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DAFF96-43D8-430E-B601-E51F3843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-12192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8A7444-570C-403E-8103-39129433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143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3D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900A44-2F74-4D84-A38C-EC2A898A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10100"/>
            <a:ext cx="17907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>
              <a:alpha val="61961"/>
            </a:srgbClr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A35E99-D839-4CA5-A77E-36A72FFC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FC0C9E-918B-412C-82EA-0BED5909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E8C"/>
                </a:solidFill>
              </a:defRPr>
            </a:pPr>
            <a:r>
              <a:rPr sz="975" b="1">
                <a:solidFill>
                  <a:srgbClr val="173E8C"/>
                </a:solidFill>
              </a:rPr>
              <a:t>STEP 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E1DA0F-5423-4337-907C-8B5EAD6C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3E8C"/>
                </a:solidFill>
              </a:defRPr>
            </a:pPr>
            <a:r>
              <a:rPr sz="975" b="1">
                <a:solidFill>
                  <a:srgbClr val="173E8C"/>
                </a:solidFill>
              </a:rPr>
              <a:t>05 / 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D47307-A4E5-4698-AD34-99F05A34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873E33-FB5E-4B86-A538-1DAE4D4E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C39F9B-A7C7-4220-937B-1AE31959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Make The Probe Correct Before Runtime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280C6D-5A2B-438A-B61B-C4B8AA0C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A weak probe breaks every motor, not just the new one.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0148C7-F6F7-4C42-89E4-CD12645B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33845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48631D-C0EF-4BA8-84D5-FCBFCF65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762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1D44D6-03BB-4B15-8928-7C14ED20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136428-8198-4ED6-9317-DF3DAFB4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005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0AD2BC-5BA4-4F5E-ABC8-228D8C40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243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FD659B-F690-4B80-AACB-731006F1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576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A3A4B2-CDB8-4E1E-8438-FED955B9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E8C"/>
                </a:solidFill>
              </a:defRPr>
            </a:pPr>
            <a:r>
              <a:rPr sz="1125" b="1">
                <a:solidFill>
                  <a:srgbClr val="173E8C"/>
                </a:solidFill>
              </a:rPr>
              <a:t>Switch first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BF8B27-D37D-4D42-AEA8-AABFE0E7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14850"/>
            <a:ext cx="2927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Use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motor_probe_set_profile(...)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before probing so the bus is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in the right timing and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serial mode.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BA8A7A-B93A-4561-86A8-7A880ACB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95700"/>
            <a:ext cx="33845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F94A40-B432-470D-A2B5-C5D553FA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95700"/>
            <a:ext cx="762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0BC6A0-D2B7-40A6-8FA7-14948EA7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1E617B-FD40-43E0-B67C-BD7D0830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095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0F8C20-06F8-4860-AFBC-C16FD87B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181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83BA9F-948D-44A5-8750-1B2793CB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624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2ACD5B-70FB-49A5-9D09-64DDEF5B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E8C"/>
                </a:solidFill>
              </a:defRPr>
            </a:pPr>
            <a:r>
              <a:rPr sz="1125" b="1">
                <a:solidFill>
                  <a:srgbClr val="173E8C"/>
                </a:solidFill>
              </a:rPr>
              <a:t>Match precisely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558C1E-D5C5-4932-A3B6-DE6CE7DB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514850"/>
            <a:ext cx="2927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Read a register that is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distinctive to the new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family. Return true only on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a repeatable,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high-confidence response.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5286B1-0138-444C-9DC0-8471C2FA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95700"/>
            <a:ext cx="33845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88F8C3-C254-4B96-A18D-6B54C9DE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95700"/>
            <a:ext cx="762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093DA1-C9A7-4346-9B01-EEE037BB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A72645-B84A-4E04-916F-90AA8238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671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6EEA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8A83A4-2A69-4B02-8BBC-E91CE2BD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1529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14ECE1-09C7-40D4-A85F-45914EF1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386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6B57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12DAD0-0D12-496C-8854-CABFD06E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E8C"/>
                </a:solidFill>
              </a:defRPr>
            </a:pPr>
            <a:r>
              <a:rPr sz="1125" b="1">
                <a:solidFill>
                  <a:srgbClr val="173E8C"/>
                </a:solidFill>
              </a:rPr>
              <a:t>Stay safe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8318E1-31E2-4A4C-BBA0-706A9EFF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514850"/>
            <a:ext cx="2927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Avoid destructive writes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during probe. If you need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multi-baud probing, follow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the JMC pattern and restore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the preferred profile.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301B5D-836E-422E-9228-026D220F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8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Use: src/motor_probe.h, src/motor_probe.cpp, and the JMC multi-baud probe pattern</a:t>
            </a:r>
          </a:p>
        </p:txBody>
      </p:sp>
    </p:spTree>
    <p:extLst>
      <p:ext uri="{BB962C8B-B14F-4D97-AF65-F5344CB8AC3E}">
        <p14:creationId xmlns:p14="http://schemas.microsoft.com/office/powerpoint/2010/main" val="2548627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247A58-20EA-404D-8BE2-33BB707481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03d2329b1141ad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A6CA32-C0F2-4305-9329-27B2D117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-12192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971C01-0355-4FFB-BDE2-9D6AAFC4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143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3D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E140CF-FB96-464A-B8CE-1CFB2834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10100"/>
            <a:ext cx="17907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>
              <a:alpha val="61961"/>
            </a:srgbClr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EAD347-E8FC-4367-B3E7-60A93316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35B21E-C266-46A7-84D9-58043044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E8C"/>
                </a:solidFill>
              </a:defRPr>
            </a:pPr>
            <a:r>
              <a:rPr sz="975" b="1">
                <a:solidFill>
                  <a:srgbClr val="173E8C"/>
                </a:solidFill>
              </a:rPr>
              <a:t>STEP 5-7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EF5BB-21D8-41DD-9332-1B90B111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3E8C"/>
                </a:solidFill>
              </a:defRPr>
            </a:pPr>
            <a:r>
              <a:rPr sz="975" b="1">
                <a:solidFill>
                  <a:srgbClr val="173E8C"/>
                </a:solidFill>
              </a:rPr>
              <a:t>06 / 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DAA17F-0C92-45C8-BB4E-8B8DD6E5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8D3F20-E1CA-43B8-933C-5CCD80AA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42ADED-BC4B-4E8E-8541-8311541C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Fill The Standard Hooks And Data Mapping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E7AB4D-594B-4099-AB64-2E009D4C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Once the probe is solid, the rest of the system already knows how to use the backend.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CF788A-5F54-4C1E-87E3-2FC0D1D6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33845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A797C4-B77E-4BEF-9DC3-ED2B7FAB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762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0E6836-938D-4931-A767-76E2B647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73D19E-B6BA-416A-AE99-0941F408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005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0F9AEE-DB43-40C8-9B61-3427A7A6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243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D04B21-DC5C-4671-A132-E8F05C11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576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588FC7-1DCE-43B2-ABE0-CB89DD14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E8C"/>
                </a:solidFill>
              </a:defRPr>
            </a:pPr>
            <a:r>
              <a:rPr sz="1125" b="1">
                <a:solidFill>
                  <a:srgbClr val="173E8C"/>
                </a:solidFill>
              </a:rPr>
              <a:t>tick()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2719C0-1094-4B92-ACF5-2403753D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14850"/>
            <a:ext cx="2927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Read status, update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motor_currentRPM and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motor_currentTorque, apply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motor_setRPM, and keep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currentStatus honest.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7F9952-43EE-491D-88C8-17DC017F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95700"/>
            <a:ext cx="33845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68E1EF-9A3A-47CB-8045-0CA19D80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95700"/>
            <a:ext cx="762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E02C8D-B379-4E72-A24A-6DBB2E85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C872B8-E205-4B77-B69A-F3B12D3D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095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5DA41C-E776-4245-8358-274C0C6A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181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F5B675-06A8-449E-BA3C-B3E7F642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624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78726E-A54F-4495-A4B1-650D0EF1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E8C"/>
                </a:solidFill>
              </a:defRPr>
            </a:pPr>
            <a:r>
              <a:rPr sz="1125" b="1">
                <a:solidFill>
                  <a:srgbClr val="173E8C"/>
                </a:solidFill>
              </a:rPr>
              <a:t>Menus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1813E1-11E6-4D5C-A996-C0A809CA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514850"/>
            <a:ext cx="2927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Use MotorCommandDescriptor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for menuNum, itemIdx,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valueScale, and supported.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Most motors need table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changes, not UI changes.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F21D72-F646-4935-B3EC-FEDE76BD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95700"/>
            <a:ext cx="33845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D791EA-D599-4DE8-858C-680E6982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95700"/>
            <a:ext cx="762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B615F8-9743-4839-85BC-BB20B8C7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70853F-F8F8-411C-B3D9-0F8A8DFC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671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6EEA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97C44C-672D-42CE-ABD0-DE98C2D0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1529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F90082-9D3B-4649-830E-931D3CC6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386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6B57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C5603B-FB76-4D78-A719-63735E76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E8C"/>
                </a:solidFill>
              </a:defRPr>
            </a:pPr>
            <a:r>
              <a:rPr sz="1125" b="1">
                <a:solidFill>
                  <a:srgbClr val="173E8C"/>
                </a:solidFill>
              </a:rPr>
              <a:t>Comm profile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5F21F7-25F1-4E25-9D72-828E269F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514850"/>
            <a:ext cx="2927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Only add a new CommProfile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when baud, parity, or timing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truly differ. Keep Serial2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setup in comm.cpp.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3D892D-20E7-463A-8C5C-9B1676A2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8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Map commands in motor_hal.cpp. Keep serial behavior in src/comm.h and src/comm.cpp</a:t>
            </a:r>
          </a:p>
        </p:txBody>
      </p:sp>
    </p:spTree>
    <p:extLst>
      <p:ext uri="{BB962C8B-B14F-4D97-AF65-F5344CB8AC3E}">
        <p14:creationId xmlns:p14="http://schemas.microsoft.com/office/powerpoint/2010/main" val="17827233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247A58-20EA-404D-8BE2-33BB707481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bd3113a5594cd0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C977F1-5C67-4ADC-B7BE-FBB29F6D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-12192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784723-3DC2-4BBB-ADBE-3E55E125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143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3D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891B33-1766-41E0-8DDC-E307A992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10100"/>
            <a:ext cx="17907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>
              <a:alpha val="61961"/>
            </a:srgbClr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D6E793-924A-4FA6-9E05-CF684625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8BE83C-019D-49ED-A75A-0DD8FDEF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E8C"/>
                </a:solidFill>
              </a:defRPr>
            </a:pPr>
            <a:r>
              <a:rPr sz="975" b="1">
                <a:solidFill>
                  <a:srgbClr val="173E8C"/>
                </a:solidFill>
              </a:rPr>
              <a:t>VALIDATION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736A0C-7BBA-457C-9DF9-8E43EFD8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3E8C"/>
                </a:solidFill>
              </a:defRPr>
            </a:pPr>
            <a:r>
              <a:rPr sz="975" b="1">
                <a:solidFill>
                  <a:srgbClr val="173E8C"/>
                </a:solidFill>
              </a:rPr>
              <a:t>07 / 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BB22D0-70A7-4F7A-A857-062945F2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1F73CF-908F-4AD1-B7B7-8D7B8E82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4BBFBD-863A-4831-B815-DCB1C0F8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Bench-Test In This Order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B71B3F-6BDA-4ACB-823B-BC32B2F2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Keep the system debuggable and verify the basics before tuning.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B8DFD0-6316-4E7E-8EB5-05BB2161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33845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C7C4F0-C7D3-4B14-8F94-003AEAFB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762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ED3E6A-D2AB-4E28-93D7-094E2BDF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B46867-A6AC-40D7-B97D-330E47FE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005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AFE66A-C1A6-4509-B2E4-633253A4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243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C9487A-3E76-4862-B795-03BD362E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576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300DB2-5CC3-41C6-9F3B-6D646A82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E8C"/>
                </a:solidFill>
              </a:defRPr>
            </a:pPr>
            <a:r>
              <a:rPr sz="1125" b="1">
                <a:solidFill>
                  <a:srgbClr val="173E8C"/>
                </a:solidFill>
              </a:rPr>
              <a:t>1. Detect + stop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191A18-7B74-4CEB-9DBF-9D8C709E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14850"/>
            <a:ext cx="2927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Confirm AUTO detect picks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the right drive, forced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selection works, and off()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stops cleanly from idle and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while running.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F9EAE5-2AFC-4849-816C-DDC22797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95700"/>
            <a:ext cx="33845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D335E1-04A4-4D76-B4EB-57AFB414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95700"/>
            <a:ext cx="762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E98559-01A4-4A39-A697-F9ACD6F1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E21AFD-12BE-4830-8B71-398E6437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095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B1ADF8-52EC-42AE-99F1-B41C651A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181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255055-4D98-463A-8CBF-F3707983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624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21EC72-B2F0-48AE-A536-66215292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E8C"/>
                </a:solidFill>
              </a:defRPr>
            </a:pPr>
            <a:r>
              <a:rPr sz="1125" b="1">
                <a:solidFill>
                  <a:srgbClr val="173E8C"/>
                </a:solidFill>
              </a:rPr>
              <a:t>2. Telemetry + direction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F60794-49E1-4327-8583-E36C2831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514850"/>
            <a:ext cx="2927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Check positive RPM, reversed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direction, actual RPM, and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torque or load values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against what the motor is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really doing.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F7D338-359F-4545-A0CC-6C5C606B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95700"/>
            <a:ext cx="33845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E24507-4337-4D80-875E-D0ED8CAA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95700"/>
            <a:ext cx="762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F43C79-449C-401D-9735-FF4A8049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A69891-AA3F-4149-8BA8-235D417B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671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6EEA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117E9E-6D3F-46A7-B6B0-3BECBDF6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1529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99A1C8-ACD9-4DB5-A5B1-214A0129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386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6B57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87E4AF-806C-49B9-A4CC-1B831A0A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E8C"/>
                </a:solidFill>
              </a:defRPr>
            </a:pPr>
            <a:r>
              <a:rPr sz="1125" b="1">
                <a:solidFill>
                  <a:srgbClr val="173E8C"/>
                </a:solidFill>
              </a:rPr>
              <a:t>3. Sleep + recovery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B2574D-63D6-41AE-BEB0-4D066193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514850"/>
            <a:ext cx="2927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Verify unplug or power-cycle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recovery, sleep behavior,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reset behavior, and that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unsupported menu items stay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unavailable.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2253E5-03AA-4A1D-893A-1E3C80EC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8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Bench test on real hardware before tuning torque, ramp, save, or reboot flows</a:t>
            </a:r>
          </a:p>
        </p:txBody>
      </p:sp>
    </p:spTree>
    <p:extLst>
      <p:ext uri="{BB962C8B-B14F-4D97-AF65-F5344CB8AC3E}">
        <p14:creationId xmlns:p14="http://schemas.microsoft.com/office/powerpoint/2010/main" val="20925576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247A58-20EA-404D-8BE2-33BB707481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5b3f0206a14bc3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D80EF4-D04E-48A5-8B2E-2FAF6AA1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-12192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EB9AF6-A942-4FA9-8A11-F09797DB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143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3D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AE02A4-396E-402D-8B32-08E111F9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10100"/>
            <a:ext cx="17907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>
              <a:alpha val="61961"/>
            </a:srgbClr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5B6564-A458-490C-ADB6-421B5B61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7872E5-3977-49FF-8D39-8970DD23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E8C"/>
                </a:solidFill>
              </a:defRPr>
            </a:pPr>
            <a:r>
              <a:rPr sz="975" b="1">
                <a:solidFill>
                  <a:srgbClr val="173E8C"/>
                </a:solidFill>
              </a:rPr>
              <a:t>SHIP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4292EE-2CB1-437E-A37C-D10DB711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3E8C"/>
                </a:solidFill>
              </a:defRPr>
            </a:pPr>
            <a:r>
              <a:rPr sz="975" b="1">
                <a:solidFill>
                  <a:srgbClr val="173E8C"/>
                </a:solidFill>
              </a:rPr>
              <a:t>08 / 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E86C92-5F8B-4815-8560-0CE2EAD9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319DF2-5281-4A04-AF11-0B210BB9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36240B-1609-46D4-A3B9-BA1A692F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What To Put In The Pull Request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41E9C9-50D6-431A-8071-55FA9084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A good backend is small, explicit, and easy for the next person to trust.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AF6C59-1313-4ADD-B53B-C68B47F4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33845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C79800-52B2-4357-AB75-0A19DAAA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762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81437A-E3A7-42E9-A6C4-1D879B66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4EBFF0-2442-46B6-87E7-2AA94DA6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005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4A76EA-DB4E-4E2B-9196-1DC07E09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243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F3C2E-EB64-4F39-A29D-AB558740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576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B7A6D0-2F04-483A-8220-E6F18806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E8C"/>
                </a:solidFill>
              </a:defRPr>
            </a:pPr>
            <a:r>
              <a:rPr sz="1125" b="1">
                <a:solidFill>
                  <a:srgbClr val="173E8C"/>
                </a:solidFill>
              </a:rPr>
              <a:t>Required files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61B8D1-7611-444C-A93E-425FF66B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14850"/>
            <a:ext cx="2927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Backend .h/.cpp, DriveType,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optional probe fields,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command table, descriptor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entry, and comm profile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changes only when required.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61AC1D-1B7F-4661-A8BD-69C3C2B2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95700"/>
            <a:ext cx="33845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E8068F-6F35-479F-8EA5-512525DC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95700"/>
            <a:ext cx="762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A50B01-71FE-4F12-A0AB-40E00C1D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214328-5015-4A94-A823-F0F06428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095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06CC6A-9C96-4673-89DD-AEF17EAC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181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CBAF03-6C03-4678-BC01-1FF3601C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624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43A982-1DEF-4512-BD0E-92BDC42E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E8C"/>
                </a:solidFill>
              </a:defRPr>
            </a:pPr>
            <a:r>
              <a:rPr sz="1125" b="1">
                <a:solidFill>
                  <a:srgbClr val="173E8C"/>
                </a:solidFill>
              </a:rPr>
              <a:t>Bench notes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6920D6-DB5B-40DB-9C7A-D4736015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514850"/>
            <a:ext cx="2927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Name the manual, the key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probe and status registers,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what was tested on hardware,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and anything not yet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verified.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1326BF-14C7-40CB-B2EF-DD2898CC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95700"/>
            <a:ext cx="33845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6A9BFE-CB61-4832-AD0A-228B1F1F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95700"/>
            <a:ext cx="762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4F9351-1B96-40D4-A3D6-73F4C3BC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433D0F-2006-4B6C-AA31-2FADB6B5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671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6EEA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25414C-8122-4E61-B96E-269D9E1F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1529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681959-B010-4FF6-B6CD-1323FF30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386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6B57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570D4A-83AF-4611-A237-7CE915F7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E8C"/>
                </a:solidFill>
              </a:defRPr>
            </a:pPr>
            <a:r>
              <a:rPr sz="1125" b="1">
                <a:solidFill>
                  <a:srgbClr val="173E8C"/>
                </a:solidFill>
              </a:rPr>
              <a:t>Rule of thumb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0D5739-BDA6-45FF-A0B8-15C0F7DD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514850"/>
            <a:ext cx="2927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If you are unsure where code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belongs, keep the shared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layer generic and push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motor-specific behavior down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into the backend.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E8E1E6-2CF3-4026-AD6B-74A7976E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8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Ship with exact register references and short bench notes people can trust</a:t>
            </a:r>
          </a:p>
        </p:txBody>
      </p:sp>
    </p:spTree>
    <p:extLst>
      <p:ext uri="{BB962C8B-B14F-4D97-AF65-F5344CB8AC3E}">
        <p14:creationId xmlns:p14="http://schemas.microsoft.com/office/powerpoint/2010/main" val="20211312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2026-04-24T01:02:41.9430000Z</dcterms:created>
  <dcterms:modified xsi:type="dcterms:W3CDTF">2026-04-24T01:02:41.9430000Z</dcterms:modified>
</coreProperties>
</file>