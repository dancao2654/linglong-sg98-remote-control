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15d91cdb404684" /><Relationship Type="http://schemas.openxmlformats.org/officeDocument/2006/relationships/extended-properties" Target="/docProps/app.xml" Id="R187c7286e9ed45d2" /><Relationship Type="http://schemas.openxmlformats.org/officeDocument/2006/relationships/officeDocument" Target="/ppt/presentation.xml" Id="R7a9cb08e54754b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112cf9baf64781"/>
  </p:sldMasterIdLst>
  <p:notesMasterIdLst>
    <p:notesMasterId xmlns:r="http://schemas.openxmlformats.org/officeDocument/2006/relationships" r:id="R19cd80498ec44c3d"/>
  </p:notesMasterIdLst>
  <p:sldIdLst>
    <p:sldId xmlns:r="http://schemas.openxmlformats.org/officeDocument/2006/relationships" id="256" r:id="R296da2b882624b00"/>
    <p:sldId xmlns:r="http://schemas.openxmlformats.org/officeDocument/2006/relationships" id="257" r:id="Rf5b670ee1e3045b2"/>
    <p:sldId xmlns:r="http://schemas.openxmlformats.org/officeDocument/2006/relationships" id="258" r:id="Ra21511e73a0446fc"/>
    <p:sldId xmlns:r="http://schemas.openxmlformats.org/officeDocument/2006/relationships" id="259" r:id="R94d91a18de104f39"/>
    <p:sldId xmlns:r="http://schemas.openxmlformats.org/officeDocument/2006/relationships" id="260" r:id="R91f5b6a4b0ea4238"/>
    <p:sldId xmlns:r="http://schemas.openxmlformats.org/officeDocument/2006/relationships" id="261" r:id="R1296db0538ae42d7"/>
    <p:sldId xmlns:r="http://schemas.openxmlformats.org/officeDocument/2006/relationships" id="262" r:id="Rb6f5d4acbf8540d3"/>
    <p:sldId xmlns:r="http://schemas.openxmlformats.org/officeDocument/2006/relationships" id="263" r:id="R8945adf6f6c74906"/>
    <p:sldId xmlns:r="http://schemas.openxmlformats.org/officeDocument/2006/relationships" id="264" r:id="R41cbbce3517f4550"/>
    <p:sldId xmlns:r="http://schemas.openxmlformats.org/officeDocument/2006/relationships" id="265" r:id="Ra3f45579f4154a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12cf9baf64781" /><Relationship Type="http://schemas.openxmlformats.org/officeDocument/2006/relationships/theme" Target="/ppt/theme/theme1.xml" Id="R7b07270d676f47b6" /><Relationship Type="http://schemas.openxmlformats.org/officeDocument/2006/relationships/notesMaster" Target="/ppt/notesMasters/notesMaster1.xml" Id="R19cd80498ec44c3d" /><Relationship Type="http://schemas.openxmlformats.org/officeDocument/2006/relationships/presProps" Target="/ppt/presProps.xml" Id="R02ef66fc7eaa4482" /><Relationship Type="http://schemas.openxmlformats.org/officeDocument/2006/relationships/viewProps" Target="/ppt/viewProps.xml" Id="R561d5c7a7b5e49ea" /><Relationship Type="http://schemas.openxmlformats.org/officeDocument/2006/relationships/tableStyles" Target="/ppt/tableStyles.xml" Id="Rac78549ade2745ca" /><Relationship Type="http://schemas.openxmlformats.org/officeDocument/2006/relationships/slide" Target="/ppt/slides/slide1.xml" Id="R296da2b882624b00" /><Relationship Type="http://schemas.openxmlformats.org/officeDocument/2006/relationships/slide" Target="/ppt/slides/slide2.xml" Id="Rf5b670ee1e3045b2" /><Relationship Type="http://schemas.openxmlformats.org/officeDocument/2006/relationships/slide" Target="/ppt/slides/slide3.xml" Id="Ra21511e73a0446fc" /><Relationship Type="http://schemas.openxmlformats.org/officeDocument/2006/relationships/slide" Target="/ppt/slides/slide4.xml" Id="R94d91a18de104f39" /><Relationship Type="http://schemas.openxmlformats.org/officeDocument/2006/relationships/slide" Target="/ppt/slides/slide5.xml" Id="R91f5b6a4b0ea4238" /><Relationship Type="http://schemas.openxmlformats.org/officeDocument/2006/relationships/slide" Target="/ppt/slides/slide6.xml" Id="R1296db0538ae42d7" /><Relationship Type="http://schemas.openxmlformats.org/officeDocument/2006/relationships/slide" Target="/ppt/slides/slide7.xml" Id="Rb6f5d4acbf8540d3" /><Relationship Type="http://schemas.openxmlformats.org/officeDocument/2006/relationships/slide" Target="/ppt/slides/slide8.xml" Id="R8945adf6f6c74906" /><Relationship Type="http://schemas.openxmlformats.org/officeDocument/2006/relationships/slide" Target="/ppt/slides/slide9.xml" Id="R41cbbce3517f4550" /><Relationship Type="http://schemas.openxmlformats.org/officeDocument/2006/relationships/slide" Target="/ppt/slides/slide10.xml" Id="Ra3f45579f4154a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93fd03e4ba94a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c7c859af3949bf" /><Relationship Type="http://schemas.openxmlformats.org/officeDocument/2006/relationships/notesMaster" Target="/ppt/notesMasters/notesMaster1.xml" Id="Re0f2a2db714c43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1c39fbddc149de" /><Relationship Type="http://schemas.openxmlformats.org/officeDocument/2006/relationships/notesMaster" Target="/ppt/notesMasters/notesMaster1.xml" Id="R81070bc73a0b4e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d8237af7e4b86" /><Relationship Type="http://schemas.openxmlformats.org/officeDocument/2006/relationships/notesMaster" Target="/ppt/notesMasters/notesMaster1.xml" Id="R407d3313f75d44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230131bb5a4cc0" /><Relationship Type="http://schemas.openxmlformats.org/officeDocument/2006/relationships/notesMaster" Target="/ppt/notesMasters/notesMaster1.xml" Id="R817049f24b6a49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53c680c61b4fe1" /><Relationship Type="http://schemas.openxmlformats.org/officeDocument/2006/relationships/notesMaster" Target="/ppt/notesMasters/notesMaster1.xml" Id="R1605573e959a44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0419b8aac7469c" /><Relationship Type="http://schemas.openxmlformats.org/officeDocument/2006/relationships/notesMaster" Target="/ppt/notesMasters/notesMaster1.xml" Id="R401b8c93c39341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617223d7da42bb" /><Relationship Type="http://schemas.openxmlformats.org/officeDocument/2006/relationships/notesMaster" Target="/ppt/notesMasters/notesMaster1.xml" Id="R8d374add9ed441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a343ca3f534a4e" /><Relationship Type="http://schemas.openxmlformats.org/officeDocument/2006/relationships/notesMaster" Target="/ppt/notesMasters/notesMaster1.xml" Id="Rb5187420c5f24e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b77b02a7294b1c" /><Relationship Type="http://schemas.openxmlformats.org/officeDocument/2006/relationships/notesMaster" Target="/ppt/notesMasters/notesMaster1.xml" Id="R7936656169c841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dde3684a874b52" /><Relationship Type="http://schemas.openxmlformats.org/officeDocument/2006/relationships/notesMaster" Target="/ppt/notesMasters/notesMaster1.xml" Id="Ra2d2a0da863b46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the expectation: this is the practical follow-on to the overview guide and is meant to be used while editing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Documentation/New-Motor-Backend-Implementation-Template.md</a:t>
            </a:r>
          </a:p>
          <a:p xmlns:a="http://schemas.openxmlformats.org/drawingml/2006/main">
            <a:r>
              <a:t>- Documentation/New-Motor-Backend-Guide.md</a:t>
            </a:r>
          </a:p>
          <a:p xmlns:a="http://schemas.openxmlformats.org/drawingml/2006/main">
            <a:r>
              <a:t>- src/RT/motorcontrol_rt.h and src/RT/motorcontrol_rt.cpp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lower the cognitive load: do not design a new framework, just reuse the RT backend shape.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Documentation/New-Motor-Backend-Implementation-Template.md</a:t>
            </a:r>
          </a:p>
          <a:p xmlns:a="http://schemas.openxmlformats.org/drawingml/2006/main">
            <a:r>
              <a:t>- src/RT/motorcontrol_rt.h and src/RT/motorcontrol_rt.cpp</a:t>
            </a:r>
          </a:p>
          <a:p xmlns:a="http://schemas.openxmlformats.org/drawingml/2006/main">
            <a:r>
              <a:t>- src/JMC/motorcontrol_jmc.h and src/JMC/motorcontrol_jmc.cpp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missing manual facts are the biggest source of wasted bring-up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Documentation/New-Motor-Backend-Implementation-Template.md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people usually overcomplicate things. Stress that the transport layer is already the shared abstraction.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Documentation/New-Motor-Backend-Implementation-Template.md</a:t>
            </a:r>
          </a:p>
          <a:p xmlns:a="http://schemas.openxmlformats.org/drawingml/2006/main">
            <a:r>
              <a:t>- src/comm.h and src/comm.cpp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message is to rename things to the new motor semantics immediately so the file stays maintainable.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Documentation/New-Motor-Backend-Implementation-Template.md</a:t>
            </a:r>
          </a:p>
          <a:p xmlns:a="http://schemas.openxmlformats.org/drawingml/2006/main">
            <a:r>
              <a:t>- src/motor_probe.h and src/motor_probe.cpp</a:t>
            </a:r>
          </a:p>
          <a:p xmlns:a="http://schemas.openxmlformats.org/drawingml/2006/main">
            <a:r>
              <a:t>- src/RT/motorcontrol_rt.h and src/RT/motorcontrol_rt.cpp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the most important architectural placement rule in the implementation template.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Documentation/New-Motor-Backend-Implementation-Template.md</a:t>
            </a:r>
          </a:p>
          <a:p xmlns:a="http://schemas.openxmlformats.org/drawingml/2006/main">
            <a:r>
              <a:t>- src/JMC/motorcontrol_jmc.h and src/JMC/motorcontrol_jmc.cpp</a:t>
            </a:r>
          </a:p>
          <a:p xmlns:a="http://schemas.openxmlformats.org/drawingml/2006/main">
            <a:r>
              <a:t>- src/RT/motorcontrol_rt.h and src/RT/motorcontrol_rt.cpp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biggest failure mode is rewriting tick from scratch. The deck should push people away from that.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Documentation/New-Motor-Backend-Implementation-Template.md</a:t>
            </a:r>
          </a:p>
          <a:p xmlns:a="http://schemas.openxmlformats.org/drawingml/2006/main">
            <a:r>
              <a:t>- src/RT/motorcontrol_rt.h and src/RT/motorcontrol_rt.cpp</a:t>
            </a:r>
          </a:p>
          <a:p xmlns:a="http://schemas.openxmlformats.org/drawingml/2006/main">
            <a:r>
              <a:t>- src/JMC/motorcontrol_jmc.h and src/JMC/motorcontrol_jmc.cpp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helps people classify the new drive before they start editing forward and reverse branches.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Documentation/New-Motor-Backend-Implementation-Template.md</a:t>
            </a:r>
          </a:p>
          <a:p xmlns:a="http://schemas.openxmlformats.org/drawingml/2006/main">
            <a:r>
              <a:t>- src/RT/motorcontrol_rt.h and src/RT/motorcontrol_rt.cpp</a:t>
            </a:r>
          </a:p>
          <a:p xmlns:a="http://schemas.openxmlformats.org/drawingml/2006/main">
            <a:r>
              <a:t>- src/JMC/motorcontrol_jmc.h and src/JMC/motorcontrol_jmc.cpp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the backend file to the shared auto-detect and menu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Documentation/New-Motor-Backend-Implementation-Template.md</a:t>
            </a:r>
          </a:p>
          <a:p xmlns:a="http://schemas.openxmlformats.org/drawingml/2006/main">
            <a:r>
              <a:t>- src/motor_hal.h and src/motor_hal.cpp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sequencing: safety and observability first, then full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Documentation/New-Motor-Backend-Implementation-Template.md</a:t>
            </a:r>
          </a:p>
          <a:p xmlns:a="http://schemas.openxmlformats.org/drawingml/2006/main">
            <a:r>
              <a:t>- src/comm.h and src/comm.cpp</a:t>
            </a:r>
          </a:p>
          <a:p xmlns:a="http://schemas.openxmlformats.org/drawingml/2006/main">
            <a:r>
              <a:t>- src/motor_hal.h and src/motor_hal.cpp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5ed80e12d4d2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31792AD-3598-4390-8C27-BE345382A4B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6DCC14A-A50C-4237-8725-1DFA7ABD810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406B55-1F35-4E7E-9F11-81A8DDAB3ED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282CFA-9C72-48AF-A819-0FDBF6FA013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22ae292512c4292" /><Relationship Type="http://schemas.openxmlformats.org/officeDocument/2006/relationships/slideLayout" Target="/ppt/slideLayouts/slideLayout2.xml" Id="R398e046c96d0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CBCB87-AF6C-43BB-8A1E-6CA9105222D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8e046c96d0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eee0430c4349df" /><Relationship Type="http://schemas.openxmlformats.org/officeDocument/2006/relationships/image" Target="/ppt/media/image.png" Id="R4cf9c27ef24442c0" /><Relationship Type="http://schemas.openxmlformats.org/officeDocument/2006/relationships/notesSlide" Target="/ppt/notesSlides/notesSlide1.xml" Id="Rfc4040f924a642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b3dfaa04524a3b" /><Relationship Type="http://schemas.openxmlformats.org/officeDocument/2006/relationships/image" Target="/ppt/media/image2.png" Id="R67a9b3309b4d4e76" /><Relationship Type="http://schemas.openxmlformats.org/officeDocument/2006/relationships/notesSlide" Target="/ppt/notesSlides/notesSlide2.xml" Id="R31c0ac1aab5848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7414b98cbd475c" /><Relationship Type="http://schemas.openxmlformats.org/officeDocument/2006/relationships/image" Target="/ppt/media/image3.png" Id="Rb97ddebe66e141da" /><Relationship Type="http://schemas.openxmlformats.org/officeDocument/2006/relationships/notesSlide" Target="/ppt/notesSlides/notesSlide3.xml" Id="Rcc777ac3e87e44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7b1ec7c0844c40" /><Relationship Type="http://schemas.openxmlformats.org/officeDocument/2006/relationships/image" Target="/ppt/media/image4.png" Id="R90a894efdc3349b9" /><Relationship Type="http://schemas.openxmlformats.org/officeDocument/2006/relationships/notesSlide" Target="/ppt/notesSlides/notesSlide4.xml" Id="R2fd930aca9ec44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643c6dbe046c5" /><Relationship Type="http://schemas.openxmlformats.org/officeDocument/2006/relationships/image" Target="/ppt/media/image5.png" Id="Re251888b32e2463d" /><Relationship Type="http://schemas.openxmlformats.org/officeDocument/2006/relationships/notesSlide" Target="/ppt/notesSlides/notesSlide5.xml" Id="Ra9e1fcd9d77940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eb450c5fb34453" /><Relationship Type="http://schemas.openxmlformats.org/officeDocument/2006/relationships/image" Target="/ppt/media/image6.png" Id="R84f64d911607416f" /><Relationship Type="http://schemas.openxmlformats.org/officeDocument/2006/relationships/notesSlide" Target="/ppt/notesSlides/notesSlide6.xml" Id="R72d572c388e442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0f2a0723c34353" /><Relationship Type="http://schemas.openxmlformats.org/officeDocument/2006/relationships/image" Target="/ppt/media/image7.png" Id="R5f7e4e4339664507" /><Relationship Type="http://schemas.openxmlformats.org/officeDocument/2006/relationships/notesSlide" Target="/ppt/notesSlides/notesSlide7.xml" Id="Rc76619b00d014b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59ef6bfc22461d" /><Relationship Type="http://schemas.openxmlformats.org/officeDocument/2006/relationships/image" Target="/ppt/media/image8.png" Id="R3b412d16f00f400c" /><Relationship Type="http://schemas.openxmlformats.org/officeDocument/2006/relationships/notesSlide" Target="/ppt/notesSlides/notesSlide8.xml" Id="R24f2202bf53243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19c21d9a704bee" /><Relationship Type="http://schemas.openxmlformats.org/officeDocument/2006/relationships/image" Target="/ppt/media/image9.png" Id="R5f54dc103aa44120" /><Relationship Type="http://schemas.openxmlformats.org/officeDocument/2006/relationships/notesSlide" Target="/ppt/notesSlides/notesSlide9.xml" Id="R7d46dc7b326d46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3b8c801e2842e5" /><Relationship Type="http://schemas.openxmlformats.org/officeDocument/2006/relationships/image" Target="/ppt/media/image10.png" Id="R59b3e702503e4350" /><Relationship Type="http://schemas.openxmlformats.org/officeDocument/2006/relationships/notesSlide" Target="/ppt/notesSlides/notesSlide10.xml" Id="R29236328fb5841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9c27ef24442c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256A9-6F73-459A-9988-BDD1DD99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23DC2-F9B7-4D15-BF6F-8E779EC8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5587B-9E78-49B6-8D39-54C7A585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81A51-8C53-45B5-A149-9C5BE741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7E9A2-D388-4D21-AA75-141864FE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29396-9E31-4DC8-B828-1A39B38A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LINGLONG SG98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6914B-CF21-4398-A4B4-678F4AB6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New Motor Backend Implementation Template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985D2-0373-4FE8-A490-F26AA24A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A copy-and-fill playbook for adding a new RS-485 motor family by replacing only the motor-specific commands.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88699-5168-402E-8609-F501C68F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CAFC4-B2DA-46A1-ADF7-1AC49CC7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Keep RT shape. Replace only the motor-specific blocks.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1F2EB-0D74-458D-BC73-19D36433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Primary source: Documentation/New-Motor-Backend-Implementation-Template.md</a:t>
            </a:r>
          </a:p>
        </p:txBody>
      </p:sp>
    </p:spTree>
    <p:extLst>
      <p:ext uri="{BB962C8B-B14F-4D97-AF65-F5344CB8AC3E}">
        <p14:creationId xmlns:p14="http://schemas.microsoft.com/office/powerpoint/2010/main" val="1845852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9b3309b4d4e7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715CE-583A-4502-AD06-2B530F3F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D34E3-E20F-4FD6-8365-8BF1728D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36606-9BC9-4AAD-9385-73F9663C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9F135-88EB-4EE8-A783-49FC4BFC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36E35-437B-4167-B3F7-C39DBC43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WORKING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5BE5C-D9F4-4C66-AF43-AD6D1A23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02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EF5A2-BABB-4072-8993-5C978B48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BBAE1-D7F6-41F8-B565-BBAABC4C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F8126-21A9-4B7C-A67C-276F2EA3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Copy RT And Keep The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6B9D7-E36B-4DAF-874E-998C7E0A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fastest path is to preserve the existing loop structure and only swap the drive-specific register logic.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52857-D2D4-4789-8FA5-6E6BE24A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D243B-07E1-474B-9CA0-4D7D8EBA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0D01D-1EE2-4E1B-80DE-C72DD012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06C5E-CC0A-4716-80B3-B48C2BEF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9DD3B-DCDD-4C3D-B017-89C1B51B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576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39023-962B-41B5-8D92-D35C6DCF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E4C1E-B478-4895-A77C-E169C4C2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Keep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ABB7A-A6A7-4EAF-8230-F1C23944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Disconnect handling, comm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health checks, state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updates, send and receive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flow, and the split between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connect, run, stop,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polling.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61D94-255D-4138-BF61-654006BB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95082-C496-47B9-9ABC-75B9E80A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C30C9-F68F-4BFD-B3E9-D12792CA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9B0B7-4E8E-4F5B-868F-305C2341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D3F62-4CF3-42A3-9731-77201357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CC4E1-73C0-433A-9C1D-10E2BF9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957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CD4D3-211A-4F21-8A68-94A5AA38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Replace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DF421D-816D-4612-A3D2-04251546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Probe register, setup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writes, forward and reverse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commands, telemetry decode,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stop path, sleep path,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optional reset path.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6A7D5-BEF0-49D2-9B2D-C3A54A0D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8BC0DD-F1B3-498E-A8E7-6C7AE996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31FB0-4BF5-43D5-819C-C863AF1F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38D9B3-A058-4A01-A557-BE99A49F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004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3443EC-BF71-482D-B0C1-867BC870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862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A0B86-900D-490B-A313-99BD8C5E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719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5EED16-2E34-4530-87C8-42954D27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Use JMC only when needed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B1A8D1-B3A9-4706-9887-566D9A25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Switch to the JMC backend as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your template only when you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need multi-baud probing or a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more stateful enable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sequence.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5D28C5-1114-4D44-BA51-436E07A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Template starting point: src/RT/motorcontrol_rt.cpp</a:t>
            </a:r>
          </a:p>
        </p:txBody>
      </p:sp>
    </p:spTree>
    <p:extLst>
      <p:ext uri="{BB962C8B-B14F-4D97-AF65-F5344CB8AC3E}">
        <p14:creationId xmlns:p14="http://schemas.microsoft.com/office/powerpoint/2010/main" val="1603480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ddebe66e141d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7BF9E-F7CA-4B93-B2E5-D56017F7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85F7C-3695-46A7-AB94-7FC13C6F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57485-F7A5-4B79-84C7-AD0CB079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1B594-6519-4FD8-BB58-6D0396E9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3B214-2DBC-4501-914E-DA54D57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8C08B-4548-4FFF-A2A5-224685E8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03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26580-E53B-40C0-924E-C9D20208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8AFD2-0AAB-42EC-932B-B0EB8A98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8C421-B48A-4C98-8424-F6C1FE86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Collect These Manual Facts Before Coding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34CC8-FB2E-47B6-81A4-6875BBBC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backend goes quickly once the safe registers and command model are known.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66972-6F7F-4A57-8734-CD70122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DC9E0-B3BA-4E2F-A729-D8EE8ADB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FC845-FED9-4538-BF4A-DEE4E6CB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44BE0-F9F6-4C53-A075-81AE21B9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BF65F-68BE-44B8-A8CA-62637880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576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93B36-3672-484B-A416-2FE101DA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48166-56A4-4614-987E-6CD86471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Bus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3C837-D0BD-4416-A7C4-16D56CDA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Baud, parity, stop bits,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slave ID rules, and whether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drive boots in a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predictable profile.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56DB8-2C2D-4813-B1E4-7648228C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0D0E74-09B3-4CF3-BDFD-F0EFC7E0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F14E5-E36E-4002-905A-40B3DED6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5751A-6CAC-4F7E-B6D6-200342F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7EEAD-A465-4058-9D70-94BCA52E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09A5FA-222E-4668-BF25-4AD5A913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957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FF5C5-0618-4B6F-9647-B27AC0F8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859EB9-757B-4F76-AEE1-8629C5A6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Enable, disable, run, stop,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direction, speed, torque,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ramp, save, sleep, and reset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commands.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AC52B-F087-42A9-9AE7-16CAC5EA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1030E-B9C8-413C-AC75-D39570D1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93790D-A6C1-4E9E-A46E-9642D89B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9D7F81-104E-4D9E-A37F-B473C469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004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C0EAF-7393-4241-8AA7-1A4AF473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862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CEBACA-9CDB-4CD1-9A18-A5EF7B75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719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A169B2-B96C-4145-94D7-5570E7D8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Telemetry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1BAC99-774D-49EE-A7D4-3C6149B2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Status, actual RPM, actual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torque or load, and a fault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register that can be trusted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during bench testing.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311544-3712-4721-A69A-DBB34140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If the worksheet is incomplete, stop and get the missing manual data first</a:t>
            </a:r>
          </a:p>
        </p:txBody>
      </p:sp>
    </p:spTree>
    <p:extLst>
      <p:ext uri="{BB962C8B-B14F-4D97-AF65-F5344CB8AC3E}">
        <p14:creationId xmlns:p14="http://schemas.microsoft.com/office/powerpoint/2010/main" val="136323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894efdc3349b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40C9E-3C4D-4F0F-A117-4FDE35CD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43EEF-5FBA-4CF9-93A7-67D89F17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FED96-7BEE-4E07-B245-8D014114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E95C5-57D9-4ABF-90B6-BAA1D592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C7A76-2546-4D1B-92DB-A432491A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TRANSPORT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A3035-6E62-4EB0-B06B-5DB96B35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04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6A322-D1D0-4D7A-84F2-90AE2178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FB9DB-ACDE-49FC-9AE1-AF0F9D79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F2054-A75C-4A27-8F5E-F498327E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Know Which Comm Helper To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3ADE4-7D2E-4C2E-A886-30B145D2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transport layer is already done. The main choice is whether the command is blocking bring-up work or async runtime traffic.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2B8AB-C78E-48F8-AF6D-0A3D3F64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7BB75-0570-44E5-8904-2853FC90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D326E-4768-433B-84A6-9C97CC0C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C53C5-3425-4668-94A1-53795BED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6F4C8-A55C-47FC-84E1-097F4C1F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576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40311-5DAA-41EF-A4CF-44D0EBDF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35ACE-9574-47F6-9483-6A09A651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Blocking helpers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91070-77EB-4004-8EEE-953E7643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Use writeConfirm,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writeMultipleConfirm,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readReturn for probe,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one-time setup, off, sleep,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2C7BA3-F3C0-4753-8373-C41A2551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CE68C5-9D22-4CE7-9C24-7C238EA7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F61BB-B35D-4DE4-9001-3A776F5B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4191E-B18A-4F4E-A130-5014DCC2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85537-52C9-49E5-87BA-40A02C5F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BA14B-E580-4CB3-9B97-586409CE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957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B0456-377D-417B-B3D9-E9512A3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Async sends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2D518-F68C-409C-9687-60FC5A9A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Use writeSingleRegister,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writeMultipleRegisters,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readRegister inside tick for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live comm loop.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0A4E5-64D1-481E-83A5-8B6B2BA2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0CE7D6-DBDB-4F61-BAF2-B029653B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DA54E4-5648-415D-84E9-C5DA51A8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1E7A62-3A70-48C5-84B2-6E263599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004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22AD45-EC7E-4FFB-8F3F-0161ACF1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862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2C513B-A89D-4C51-A16D-A0B6BFF2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719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03AF8D-9038-4474-95FE-9CE30626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Receive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4C803E-05AC-4640-895B-90444D09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Call receive in tick, then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decode lastRequestType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lastRead so the backend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updates cached mirrors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live telemetry.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68B701-D85E-4D97-A215-EAF42237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Transport truth: src/comm.cpp</a:t>
            </a:r>
          </a:p>
        </p:txBody>
      </p:sp>
    </p:spTree>
    <p:extLst>
      <p:ext uri="{BB962C8B-B14F-4D97-AF65-F5344CB8AC3E}">
        <p14:creationId xmlns:p14="http://schemas.microsoft.com/office/powerpoint/2010/main" val="605992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1888b32e2463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F1993-BEDF-40CD-BC8D-B751D866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D530E-603A-411D-ACA4-3AE0A783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FE3B6-A656-43BA-8026-815434C2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C9D51-D311-4CE4-89D0-2CC6A1B4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3F069-0FE0-4B98-8D15-3EE96BC5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FILE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E1179-3CFE-4773-AA1D-CF9D69E8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05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65D8D-6F19-4361-8DAC-2B479810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AE402-6F63-4013-8949-443CDB9D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B231E-39DB-4C81-AE85-32F2CDA8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Top Of File: Registers, Mirrors, And Probe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84C17-A0E7-44BB-9967-7F239F14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Start the new backend by declaring readable constants and local register mirrors instead of editing the RT numbers in place.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C0B78-FEDE-4FA9-A522-4230F04D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7E6E3-6F1D-43EA-85D7-41422277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F3A9F-A807-4160-981C-5687F7BC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0E01E-33AD-4321-B68B-08DAB558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54FDA-BE52-4FAF-814D-5CAE86FD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576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FC148-7264-473F-B4BB-E3EAE33D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54A84-0B53-440D-B2DC-820F8C7F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Constants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A41B5-FBE1-4B4B-9F74-7DC582AD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Add FOO_REG_STATUS,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FOO_REG_RPM, FOO_REG_TORQUE,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enable, direction, ramp,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fault, and any split forward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or reverse speed registers.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3F3A5-4CA9-42B1-A3E2-6C0E8CBB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523CE-C519-4E90-B2E6-7B935E98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16866-B86A-4AB6-A046-E94CFDCD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A40EE-A04C-4EDF-9A26-69BC521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B300E-0A7A-4835-AA1D-0700E15D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03E83-3501-4AFF-A277-26795778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957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2AFEDD-1631-4F5E-A483-6A9B63D8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Mirrors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9988C-C4C9-452D-AD85-43BE3733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Keep confirmed reg_* mirrors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pending_reg_* values for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async multi-register writes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so tick knows what still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needs to be sent.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BBE25E-6D62-424F-B271-56F37C1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FBB10E-DF9D-4088-B9A6-61EF7B98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741452-4F3E-4C11-922A-8E19CA9C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DFA6AB-D617-4006-909D-4E316051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004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B6E368-FE61-432D-B953-9847552A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862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489D3F-E353-418D-9485-6166D8EB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719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99EC85-E412-4D7E-8F81-D39F57E1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Probe helper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A5651D-85E0-4C33-B952-BDE0A8A5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Build a tiny probe around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motor_probe_set_profile plus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motor_probe_read_register,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make it specific enough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that it cannot lie.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55502D-E534-4022-BADE-8BE25BFB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 readable names tied to motor function, not recycled RT register numbers</a:t>
            </a:r>
          </a:p>
        </p:txBody>
      </p:sp>
    </p:spTree>
    <p:extLst>
      <p:ext uri="{BB962C8B-B14F-4D97-AF65-F5344CB8AC3E}">
        <p14:creationId xmlns:p14="http://schemas.microsoft.com/office/powerpoint/2010/main" val="736921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64d911607416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8B94A-AA25-4530-AECB-06C0E52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21A6D-01D5-4DA2-8E39-7C254622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DDE90-BF02-466E-AB4C-068A93D0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BA600-7AFE-4B4B-B63C-5A75719A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50B36-8FFA-4354-A86B-4A86DB43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HOOKS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3C074-C752-493C-B063-B7165FAA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06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825EF-E9AB-47E8-BD70-4AD5B80F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3AB26-2097-4876-BC60-F2B6B5F4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DE14D-D32B-4197-98BA-7E7CD369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Fill Probe, Init, And Connect-Time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C100D-E09A-4537-9E57-F40C0480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init should only clear local state. The actual drive setup belongs in the first connected branch inside tick.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BCAF7-FEA9-4B8E-B29F-0491ADB8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88EAB-D517-4E7F-9185-A7FBBFCC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8653B-14D4-4AF8-A458-E51B56B3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1BA54-10F8-4D4E-99D7-365D2C93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34E16-92C8-4BF0-A41C-6C48C06F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576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47131-96D8-4A60-ABCA-2E5D5AB3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36BF4-6B44-42F3-986B-0ADE1D35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probe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0A80F-C3B4-4059-9387-15BDCDCD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Return true only when a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distinctive status block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really answers. For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multi-baud families, follow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JMC try-and-restore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pattern.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02775-4D6D-4D87-BB2D-A97DFE8E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C2759-0554-4267-8415-7FEC9715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347A9-97FA-4C4C-BB88-1571C5CD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738E5-BF39-4774-8C29-345FE79A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90E40A-24D8-4EEE-AB4E-4117D47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FDF382-4CEA-4F2D-9947-BBB29A70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957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3ECEE-17B5-4686-A9AB-1A6D4FDF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init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F9B86-70E0-45FE-8472-5330B20D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Reset motor_setRPM, live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readback, commStatus,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currentStatus, and every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cached reg_* mirror. Keep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init lightweight.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1032D-6F63-4210-9472-FC2F6FA8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FE1101-C7D3-4C71-A388-459EC6FE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E65BD-CAED-4C24-8ED6-55DB21A3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80DF39-9A66-4A17-8270-EC4D595B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004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88A0D5-61EE-4AAE-921E-46E86E35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862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8DCDF9-4921-4FB7-8569-BCCF0997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719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610780-0AAB-4CF2-80BE-ECDA003D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First connection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F1D4B4-6FE1-4A02-80CE-2D8B030D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Inside the commStatus ==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COMM_DISCONNECTED branch,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send one-time mode, source,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ramp, or save writes that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must happen once per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connection.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55F2AA-EDDB-4020-9AD7-31A70A19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Heavy setup goes in the connect-time branch, not in init()</a:t>
            </a:r>
          </a:p>
        </p:txBody>
      </p:sp>
    </p:spTree>
    <p:extLst>
      <p:ext uri="{BB962C8B-B14F-4D97-AF65-F5344CB8AC3E}">
        <p14:creationId xmlns:p14="http://schemas.microsoft.com/office/powerpoint/2010/main" val="7588956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e4e433966450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4CC90-D222-4D72-8DD0-A79378C5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34BFE-8BA3-4CCE-B516-3254FEE9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FCF65-8959-4198-920B-6BABBB1F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DF073-92DC-4A8A-ADC4-9E5B090C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CBD87-E9AE-43C5-957F-EAE603A2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TICK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E7419-FDAA-4F76-830E-370254F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07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87A2E-9471-4CBF-850A-144B05B5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E2129-E273-436F-B4F5-9D807656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6EE2A-DCA7-48D5-9E79-9DDCFF52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The Tick Function Has Four Replaceable Blocks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0699B-E12C-4A07-8054-CAB2D926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send and receive loop already has a good shape. Most ports only need to replace the motor-specific logic inside each block.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C84F-4E97-4648-B75C-FBE55839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6339B-5446-47F3-8A52-22C8334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EB336-B534-4175-99F5-722BA933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213B5-B2C9-49FC-9C1F-16FD61B5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F4176-91B8-4242-A55A-D0C48122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576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7BB92-B1B1-4699-AD2B-C8C5459D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2AA4E-755B-4986-BA53-FCF5136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Receive decode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15AEF-1715-46C6-9686-8126F876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Decode write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acknowledgements, read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responses, and optional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multi-write responses.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Update reg_* mirrors,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currentStatus,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motor_currentRPM,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motor_currentTorque.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02C49-F197-4628-97AD-AFB79C31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1F0A0-48A4-4F60-8F62-849B5CC5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2F75FC-EE6F-40B3-85A8-9C032246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96C7CD-8018-47EF-8DBF-C091DCE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E4523E-BF1A-48DA-A260-89067992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F7489D-24F0-4593-8C77-6E829252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957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8F683-9216-4BC2-BDD2-715E2DE6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Stop branch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C17F3E-6640-4E49-82E8-161C05D6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When effectiveSetRPM is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zero, write the drive to a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safe stopped state in the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exact order the manual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expects, then switch into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polling.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A5995-4351-4F99-862F-8E0E22B1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3048E2-80FD-4FA8-9119-449AA23C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0EB924-E36F-4FCA-B413-4D6D7E7A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DEBF4-556D-4636-8C7B-86EC3ACF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004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4F1E3B-0FF7-427F-9AC3-EA74469F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862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6315CF-1F45-4693-9AC8-9A25A51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719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4CD0D5-99D7-4674-9FD3-FF580DEA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Run branches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D5DB0D-2605-4919-8AF3-70216E8C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Mirror the same pattern for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forward and reverse: set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enable, torque, speed,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direction or jog mode, then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poll once the drive is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settled.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A368A6-4AC2-42E7-8C6A-A6E08199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Keep the loop shape. Swap only the motor-specific commands and register decode</a:t>
            </a:r>
          </a:p>
        </p:txBody>
      </p:sp>
    </p:spTree>
    <p:extLst>
      <p:ext uri="{BB962C8B-B14F-4D97-AF65-F5344CB8AC3E}">
        <p14:creationId xmlns:p14="http://schemas.microsoft.com/office/powerpoint/2010/main" val="1687153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12d16f00f400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F60B4-6D4B-48E3-B6F0-AFE4BC31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362FF-123A-4EE4-8118-6F7B534B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67CD3-65C3-4755-8A0F-C8727EFC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1BB79-6F2E-44C1-AB55-AA0E9CEC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45AC2-9C25-4452-BEFB-2E1E81DC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75CB1-D14E-4759-9C4D-E04D9B54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08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A07DF-C08D-4C36-8C8A-70749FD4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D5A77-BF20-4904-9D51-3F380205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DD750-B639-4E9B-8293-FFCDEB76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Choose The Right Command Pattern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AA1D4-0F10-40DD-ACD2-B8226716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Most new motors fit one of three models: split forward and reverse speed registers, absolute speed plus direction, or absolute speed plus signed torque.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4550C-7D02-4B0C-965F-0E835312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93B75-DCC3-4314-9E28-E5DC63BB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D49A9-DE35-4D5A-9884-FAA2A358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31A71-7A85-441E-B5A1-1F27366A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C3F09-F2A9-42BB-A15A-4814139C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576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3A3DE-011A-46BE-9526-1BF9FF03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C9FD0-E696-46EC-BAA1-EDF9C382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RT style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1E97C-034F-4168-B8C6-74018E59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Forward speed and reverse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speed are separate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registers. Forward writes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speed_fwd, reverse writes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speed_rev, and jog mode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selects direction.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5DF77-9D4D-4DCE-AABC-A94ADFB9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09403-B698-4820-BF15-010A78CE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122C5-FFE1-429B-9900-22586201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3B01DE-1317-4756-A9E8-D393109E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6F1C2-1224-406A-8767-5EFF4BAF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9A0AE-F12C-489B-AACA-0B227034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957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EDE3D-745D-4845-BFB3-C6A7A8C4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Direction register style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8B58B6-868E-47DA-8D29-73E0942F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drive wants one absolute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speed register and a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separate direction value.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Forward and reverse both set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same speed register.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C4398-5CFC-451E-B024-6238BF5C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DD2940-1AB6-470C-B59F-6C2AA0D7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4F82B8-EAA4-4C2B-BCE6-14610C6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02677B-9836-49D2-928A-89226B7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004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ED2744-9D83-4FA0-864F-2354DB36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862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AE4F27-372C-4C69-AD5E-C2587FF8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719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111E9A-B8B5-45BB-8677-F42CDAC9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Signed torque style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E6634A-DEA8-4909-B458-92CD66B6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drive uses one absolute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speed register but torque or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command polarity determines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real direction, similar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to the JMC path.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B7438B-9C33-434D-85D0-F70B17C4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Pick the model that matches the manual, then keep forward and reverse logic symmetric</a:t>
            </a:r>
          </a:p>
        </p:txBody>
      </p:sp>
    </p:spTree>
    <p:extLst>
      <p:ext uri="{BB962C8B-B14F-4D97-AF65-F5344CB8AC3E}">
        <p14:creationId xmlns:p14="http://schemas.microsoft.com/office/powerpoint/2010/main" val="18320049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4dc103aa4412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08FCD-EF5E-451A-8428-38C9CCDD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8FD9E-E956-4775-ACA6-4D36F78C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69C13-FFB0-4C34-BA17-A0982972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70393-80A8-4467-B20E-61A45496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3EBF9-9D59-45E7-8788-A579ACBD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REGISTRATION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E7041-FF88-4C0B-8651-A7487302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09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71C9B-9B72-4CD3-BADA-0F6540FA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82118-84D5-4D0D-8047-518F7A8D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00281-9215-409C-AAEF-F97A4077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Wire The Backend Into Motor HAL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1A638-3444-41A1-B78C-80245621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Once the new file compiles, the rest is table work: DriveType, probe report fields, command descriptors, and the MotorDescriptor entry.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0E7DE-7918-47D0-8C43-9CB720A9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89001-2312-4E4C-9195-93D8E9E2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A4176-8681-4F4D-918B-8CDCD259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6E9DF-FCAE-4713-BAAC-AA63BF24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9E58E-8F6F-4BA2-A811-0227BF22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576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D6574-E141-43A0-89A0-E3319B0D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B94E2-D6D1-4B73-A8E1-DFFA7BDA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DriveType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71B05-2B72-407F-B426-8C35C65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Add DRIVE_TYPE_FOO in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src/motor_hal.h and only the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MotorProbeReport fields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needed to explain what the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probe matched.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659D0-4050-4B73-AE14-013DD5F3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81368-C107-4EB4-8A73-16B5D391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F7BF4-7945-4780-A739-9C2F6C68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5E241-20AD-4531-AB21-AD8D5511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FB9E9-F5B4-4A78-961A-B8D0A948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2179D-49A6-4FF7-BF5F-1DD53744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957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82C8A-DED4-4B44-B8ED-30874B67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Command table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B0F8A2-DC28-4089-92BB-C1E370F8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Define FOO_COMMANDS with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menuNum, itemIdx,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valueScale, supported,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help text. Mark unsupported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controls honestly.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BB8D58-68A7-4BC5-B59F-28600147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666709-F178-4327-AE86-FA428418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DBAE6B-7647-474F-BF4D-2D34E271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A2483-4828-49E2-9F1B-484CE538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004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B48E25-2F91-4450-9100-E9161C47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862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E8F2B6-7BD7-404F-9A66-21CD6DBA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719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FFA877-CA35-4BAF-8D1A-AFF59C96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MotorDescriptor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DE6C23-6270-4572-8AB0-87B52719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Register key, label,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commProfile, maxRpm,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torquePercentNumerator,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probePriority, commands,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MOTOR_BACKEND_FOO.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34C07A-4686-4610-BC20-6C288022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Shared registration lives in src/motor_hal.h and src/motor_hal.cpp</a:t>
            </a:r>
          </a:p>
        </p:txBody>
      </p:sp>
    </p:spTree>
    <p:extLst>
      <p:ext uri="{BB962C8B-B14F-4D97-AF65-F5344CB8AC3E}">
        <p14:creationId xmlns:p14="http://schemas.microsoft.com/office/powerpoint/2010/main" val="161723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D955-456B-455D-8EB3-0AEEB5797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3e702503e435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D1E95-0E4B-48F1-A2D5-A067B7AE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1219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A896A-F706-4DF6-9E0A-C54C20D4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760CE-F60D-4CC1-982A-E416152C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61961"/>
            </a:srgbClr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1A2D9-D746-480E-A1F9-98DD1779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CCA4F-9A15-407C-87D5-1D1A986D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SCALE +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8F4BE-56AD-4C2E-AB35-85736ED4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E8C"/>
                </a:solidFill>
              </a:defRPr>
            </a:pPr>
            <a:r>
              <a:rPr sz="975" b="1">
                <a:solidFill>
                  <a:srgbClr val="173E8C"/>
                </a:solidFill>
              </a:rPr>
              <a:t>10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BE77D-A0B4-47F2-8AC5-9676FC5B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B177D-5896-47E1-94E1-D3E9E1B4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C1891-957E-4817-866A-679B2FAB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Finish With Scaling And Bring-Up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D10A3-3FFD-4A52-903B-7BF9B058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Most bugs after the first spin are not architecture bugs. They are usually command scaling, torque decode, or test-order mistakes.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C5686-7508-41C8-9843-39BD4EA3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A458F-E975-4854-979F-51BE7A7D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F2421-E0C2-40FE-801A-F9089C85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1E0BC-F6B9-4D19-B0C1-6D2EF4CF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DDCB3-F384-41B3-957F-01ED601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576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31A69-A02C-4FF7-821B-ABA85CEA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57792-B31D-467B-A358-9A5C779D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Scaling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A446E-5F46-4895-BD9E-7C65A392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Use valueScale to turn UI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values into drive units.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Start by copying the closest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existing backend, then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bench-check displayed torque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percent.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C5FDF-CBCF-4EB8-B45C-53CEBAC0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4605E-45DA-49EE-A66F-7912B3F3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DE83B-BA30-496D-AA6F-6489D550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493ED1-3DEF-4EA2-9CA5-BE5A0661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2D1D80-6EAB-43E8-8B87-2EC6DFDB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E3677E-FFD0-4C35-999C-F8A78E2D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957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5C84EB-DD21-4E0A-9D7F-60B3FCAA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Comm profile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792A1A-AAC4-4F1D-9568-9BD1CF08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Add a new CommProfile only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if baud, parity, stop bits,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or timing truly differ.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Otherwise reuse the closest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existing profile.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6408A-7CED-4ED9-BDDB-CDB6D385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3384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9D65C-B7D1-4D2A-A163-CAD57A64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429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C084F4-8D2E-4613-B98A-1839ECBC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EC4FF9-95F0-4438-97EB-36CCF1E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8004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EE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818A00-6B07-4B2E-8D54-71F8430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862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0C4D0B-C255-4285-9AC2-BBF36491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719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6B57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AA4719-F1AA-400C-AB2D-1B4C5E63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38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E8C"/>
                </a:solidFill>
              </a:defRPr>
            </a:pPr>
            <a:r>
              <a:rPr sz="1125" b="1">
                <a:solidFill>
                  <a:srgbClr val="173E8C"/>
                </a:solidFill>
              </a:rPr>
              <a:t>Bench order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FE402F-04D5-4F67-8DF5-2D80C3A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48150"/>
            <a:ext cx="2927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Compile, probe, off, status,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RPM readback, forward run,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reverse run, torque, then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optional ramp, save, sleep,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reset.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B63104-B87B-44DD-A018-E56998E6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Lowest-risk rule: make off() work before you chase full-speed run control</a:t>
            </a:r>
          </a:p>
        </p:txBody>
      </p:sp>
    </p:spTree>
    <p:extLst>
      <p:ext uri="{BB962C8B-B14F-4D97-AF65-F5344CB8AC3E}">
        <p14:creationId xmlns:p14="http://schemas.microsoft.com/office/powerpoint/2010/main" val="1971289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2026-04-24T01:14:49.6670000Z</dcterms:created>
  <dcterms:modified xsi:type="dcterms:W3CDTF">2026-04-24T01:14:49.6670000Z</dcterms:modified>
</coreProperties>
</file>